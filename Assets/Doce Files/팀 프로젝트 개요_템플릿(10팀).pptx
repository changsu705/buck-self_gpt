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fb576172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7fb5761728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showMasterSp="0" type="secHead">
  <p:cSld name="SECTION_HEADER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anva.com/design/DAGzJMXqaK8/0MfhJWBXRh-6t3xFQKr7Jg/edit?utm_content=DAGzJMXqaK8&amp;utm_campaign=designshare&amp;utm_medium=link2&amp;utm_source=sharebutton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ctrTitle"/>
          </p:nvPr>
        </p:nvSpPr>
        <p:spPr>
          <a:xfrm>
            <a:off x="1066805" y="76880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Calibri"/>
              <a:buNone/>
            </a:pPr>
            <a:r>
              <a:rPr lang="ko-KR" sz="4400"/>
              <a:t>Project Roulette </a:t>
            </a:r>
            <a:endParaRPr/>
          </a:p>
        </p:txBody>
      </p:sp>
      <p:sp>
        <p:nvSpPr>
          <p:cNvPr id="102" name="Google Shape;102;p13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ko-KR">
                <a:solidFill>
                  <a:srgbClr val="3F739B"/>
                </a:solidFill>
              </a:rPr>
              <a:t>팀 이름 : 10</a:t>
            </a:r>
            <a:r>
              <a:rPr lang="ko-KR">
                <a:solidFill>
                  <a:srgbClr val="3F739B"/>
                </a:solidFill>
              </a:rPr>
              <a:t>팀</a:t>
            </a:r>
            <a:endParaRPr>
              <a:solidFill>
                <a:srgbClr val="3F739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ko-KR">
                <a:solidFill>
                  <a:srgbClr val="3F739B"/>
                </a:solidFill>
              </a:rPr>
              <a:t>팀원 : </a:t>
            </a:r>
            <a:r>
              <a:rPr lang="ko-KR">
                <a:solidFill>
                  <a:srgbClr val="3F739B"/>
                </a:solidFill>
              </a:rPr>
              <a:t>하승원, 박영진, 민경진, 최명서, 서창수, 최호근</a:t>
            </a:r>
            <a:endParaRPr>
              <a:solidFill>
                <a:srgbClr val="3F739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게임 기본 정보 요약</a:t>
            </a:r>
            <a:endParaRPr/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장르/플랫폼/타겟 플레이어 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장르: 전략, 데스매치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플랫폼: PC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타겟 플레이어: 스릴/위험, 운빨게임, 파티/사교형, 블러핑/허세 선호 플레이어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게임의 목표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상대의 ‘체력’을 0으로 만들어 라운드/게임을 이기는 것- 확률 추정과 아이템으로 정보를 유리하게 만들어 위험을 관리하는 것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유사 게임 리서치 2~3개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1097275" y="1845726"/>
            <a:ext cx="100584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기획하고자 하는 게임과 유사한 게임들 리서치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ko-KR"/>
              <a:t>그래픽, 장르, 메커니즘 등 유사한 레퍼런스 게임을 정리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t/>
            </a:r>
            <a:endParaRPr/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1097275" y="5342825"/>
            <a:ext cx="21522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ko-KR"/>
              <a:t>(</a:t>
            </a:r>
            <a:r>
              <a:rPr lang="ko-KR"/>
              <a:t>벅샷 룰렛)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t/>
            </a:r>
            <a:endParaRPr/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562625" y="5342825"/>
            <a:ext cx="21522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ko-KR"/>
              <a:t>(</a:t>
            </a:r>
            <a:r>
              <a:rPr lang="ko-KR"/>
              <a:t>라이어스 바</a:t>
            </a:r>
            <a:r>
              <a:rPr lang="ko-KR"/>
              <a:t>)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t/>
            </a:r>
            <a:endParaRPr/>
          </a:p>
        </p:txBody>
      </p:sp>
      <p:pic>
        <p:nvPicPr>
          <p:cNvPr id="123" name="Google Shape;123;p16" title="20250916_2222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2625" y="2665125"/>
            <a:ext cx="46672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title="20250916_2223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275" y="2665125"/>
            <a:ext cx="4878544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유사 게임과의 차별성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1097275" y="1737350"/>
            <a:ext cx="10058400" cy="4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b="1" lang="ko-KR" sz="2400"/>
              <a:t>리볼버 채택 (샷건 → 리볼버)</a:t>
            </a:r>
            <a:endParaRPr b="1" sz="2400"/>
          </a:p>
          <a:p>
            <a:pPr indent="-1397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t/>
            </a:r>
            <a:endParaRPr sz="2400"/>
          </a:p>
          <a:p>
            <a:pPr indent="-1397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ko-K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리볼버는 6칸의 실린더 메모리를 제공합니다. 한 발의 운에 맡기지 않고, 어떤 칸이 다음 발인지를 추적하며 스핀 선택으로 리스크/리턴 속선을 조절합니다. 결과적으로 우연이 아닌 계획 가능한 확률 게임을 구현합니다.</a:t>
            </a:r>
            <a:endParaRPr sz="2400"/>
          </a:p>
          <a:p>
            <a:pPr indent="-1397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t/>
            </a:r>
            <a:endParaRPr sz="2400"/>
          </a:p>
          <a:p>
            <a:pPr indent="-1397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b="1" lang="ko-KR" sz="2400"/>
              <a:t>카드 기반 시스템 (아이템 → 카드)</a:t>
            </a:r>
            <a:endParaRPr b="1" sz="2400"/>
          </a:p>
          <a:p>
            <a:pPr indent="-1397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t/>
            </a:r>
            <a:endParaRPr sz="2400"/>
          </a:p>
          <a:p>
            <a:pPr indent="-825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 "/>
            </a:pPr>
            <a:r>
              <a:rPr lang="ko-KR" sz="15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소모형 아이템 대신 카드를 사용해 전투 전/중 전략 설계를 가능하게 합니다. 카드는 ‘다음 N칸 엿보기, 한 칸 시프트.확률 고정.발사 직전 인터럽트’ 처럼 정보 조작에 초점을 맞추며, 사용(Use)/버림(Burn) 모두 전술적 가치를 갖습니다</a:t>
            </a:r>
            <a:endParaRPr sz="15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1097275" y="707753"/>
            <a:ext cx="100584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핵심 게임 플레이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1097275" y="1737350"/>
            <a:ext cx="10058400" cy="4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25000" lnSpcReduction="20000"/>
          </a:bodyPr>
          <a:lstStyle/>
          <a:p>
            <a:pPr indent="-8572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ko-KR" sz="5400"/>
              <a:t>핵심 플레이</a:t>
            </a:r>
            <a:endParaRPr b="1" sz="5400"/>
          </a:p>
          <a:p>
            <a:pPr indent="-7937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25000"/>
              <a:buChar char=" "/>
            </a:pPr>
            <a:r>
              <a:rPr lang="ko-KR" sz="4000"/>
              <a:t>보기:실린더(다음 발 가능성), 공개된 정보,상대 반응을 획 확인 </a:t>
            </a:r>
            <a:endParaRPr sz="4000"/>
          </a:p>
          <a:p>
            <a:pPr indent="-63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ko-KR" sz="4000"/>
              <a:t>고르기:스핀 방식 선택(풀/하프/노)--&gt;정보 유지 VS 보상 결정</a:t>
            </a:r>
            <a:endParaRPr sz="4000"/>
          </a:p>
          <a:p>
            <a:pPr indent="-63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ko-KR" sz="4000"/>
              <a:t>카드 쓰기: 엿보기/자리바꾸기/고정/가로채기로 확률과 턴 흐름 손보기</a:t>
            </a:r>
            <a:endParaRPr sz="4000"/>
          </a:p>
          <a:p>
            <a:pPr indent="-63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ko-KR" sz="4000"/>
              <a:t>쏘기:나한테 쏠지,상대에게 쏠지 결정 후 발사</a:t>
            </a:r>
            <a:endParaRPr sz="4000"/>
          </a:p>
          <a:p>
            <a:pPr indent="-63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ko-KR" sz="4000"/>
              <a:t>기록:결과를 간단히 마킹(확실/추측/모름) 하고 다음 턴 준비</a:t>
            </a:r>
            <a:endParaRPr sz="4000"/>
          </a:p>
          <a:p>
            <a:pPr indent="-8572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ko-KR" sz="5400"/>
              <a:t>핵심 메커니즘</a:t>
            </a:r>
            <a:endParaRPr b="1" sz="5400"/>
          </a:p>
          <a:p>
            <a:pPr indent="-612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95071"/>
              <a:buChar char=" "/>
            </a:pPr>
            <a:r>
              <a:rPr lang="ko-KR" sz="4057"/>
              <a:t>실린더 기억:스핀하지 않으면 탄 배치와 다음 칸이 그대로여서,기억할수록 유리</a:t>
            </a:r>
            <a:endParaRPr sz="4057"/>
          </a:p>
          <a:p>
            <a:pPr indent="-612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95071"/>
              <a:buChar char=" "/>
            </a:pPr>
            <a:r>
              <a:rPr lang="ko-KR" sz="4057"/>
              <a:t>스핀 3가지 </a:t>
            </a:r>
            <a:endParaRPr sz="4057"/>
          </a:p>
          <a:p>
            <a:pPr indent="-6441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ko-KR" sz="4057"/>
              <a:t>풀 스핀:전부 섞임(정보 리셋/보상    )</a:t>
            </a:r>
            <a:endParaRPr sz="4057"/>
          </a:p>
          <a:p>
            <a:pPr indent="-6441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ko-KR" sz="4057"/>
              <a:t>하프 스핀: 일부만 섞임(정보 일부 유지)</a:t>
            </a:r>
            <a:endParaRPr sz="4057"/>
          </a:p>
          <a:p>
            <a:pPr indent="-6441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ko-KR" sz="4057"/>
              <a:t>노 스핀:그대로 진행(정보 유지/보상    )</a:t>
            </a:r>
            <a:endParaRPr sz="4057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-KR" sz="3100"/>
              <a:t>    </a:t>
            </a:r>
            <a:r>
              <a:rPr b="1" lang="ko-KR" sz="5500"/>
              <a:t>카드 시스템</a:t>
            </a:r>
            <a:endParaRPr b="1" sz="55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00"/>
              <a:t>사용(Use) : 즉시 효과</a:t>
            </a:r>
            <a:endParaRPr sz="4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00"/>
              <a:t>버림(Burn) : 작은 이득(마킹/드로우 등)</a:t>
            </a:r>
            <a:endParaRPr sz="4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00"/>
              <a:t>가로채기(인터럽트) : 상대가 쏘기 직전에 끼어들기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7" name="Google Shape;137;p18"/>
          <p:cNvSpPr/>
          <p:nvPr/>
        </p:nvSpPr>
        <p:spPr>
          <a:xfrm>
            <a:off x="2980525" y="4421575"/>
            <a:ext cx="45300" cy="130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097900" y="4994950"/>
            <a:ext cx="45300" cy="130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1097275" y="286600"/>
            <a:ext cx="45246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핵심 게임 플레이</a:t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1066800" y="1845725"/>
            <a:ext cx="3747900" cy="44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b="1" lang="ko-KR" sz="2400"/>
              <a:t>플로우차트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1700" u="sng">
                <a:solidFill>
                  <a:schemeClr val="hlink"/>
                </a:solidFill>
                <a:hlinkClick r:id="rId3"/>
              </a:rPr>
              <a:t>https://www.canva.com/design/DAGzJMXqaK8/0MfhJWBXRh-6t3xFQKr7Jg/edit?utm_content=DAGzJMXqaK8&amp;utm_campaign=designshare&amp;utm_medium=link2&amp;utm_source=sharebutton</a:t>
            </a:r>
            <a:endParaRPr sz="1700"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2650" y="624350"/>
            <a:ext cx="6629825" cy="560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게임의 재미 요소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482825" y="2010100"/>
            <a:ext cx="11459700" cy="43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5076"/>
              <a:t> </a:t>
            </a:r>
            <a:r>
              <a:rPr lang="ko-KR" sz="4081"/>
              <a:t>1| 방아쇠를 당기기 전까지 결과를 알 수 없다는 불확실성이 긴장과 몰입을 만듦.</a:t>
            </a:r>
            <a:endParaRPr sz="408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      (방아쇠를 당기기 직전의 순간 긴장감)</a:t>
            </a:r>
            <a:endParaRPr sz="408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2| 확률적으로 살아남을 수 있다는 희망과 죽을 수 있다는 두려움이 동시에 작용.</a:t>
            </a:r>
            <a:endParaRPr sz="408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        (살아남았을 때의 안도감)</a:t>
            </a:r>
            <a:endParaRPr sz="4081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3| 매 턴이 지날수록 발사될 가능성이 높아진다는 점에서 ‘운의 계산’을 하게 됨.</a:t>
            </a:r>
            <a:endParaRPr sz="4081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        (점점 높아지는 확률로 인한 심리적 압박감)</a:t>
            </a:r>
            <a:endParaRPr sz="4081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4| "이번엔 아닐 거야"라는 희망 vs "곧 터질지도 몰라"라는 공포가 재미의 핵심.</a:t>
            </a:r>
            <a:endParaRPr sz="4081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          (위험의 대리 체험(죽음의 위기를 안전하게 가상 체험하는 카타르시스))</a:t>
            </a:r>
            <a:endParaRPr sz="4081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5| 함께 하는 사람들과의 담력, 배짱, 허세가 섞여 사회적 긴장과 경쟁심을 유발.</a:t>
            </a:r>
            <a:endParaRPr sz="4081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         (심리전과 허세)</a:t>
            </a:r>
            <a:endParaRPr sz="4081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4081"/>
              <a:t> 6| 효과가 있는 카드를 활용한 운외에 전략적 요소.</a:t>
            </a:r>
            <a:endParaRPr sz="408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ko-KR"/>
              <a:t>앞으로의 계획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1097275" y="1845724"/>
            <a:ext cx="10058400" cy="4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10795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b="1" lang="ko-KR"/>
              <a:t>1. 최종 개발 목표</a:t>
            </a:r>
            <a:endParaRPr b="1"/>
          </a:p>
          <a:p>
            <a:pPr indent="-10795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ko-KR"/>
              <a:t>AI</a:t>
            </a:r>
            <a:r>
              <a:rPr lang="ko-KR"/>
              <a:t>를 활용한 싱글모드 제작</a:t>
            </a:r>
            <a:endParaRPr/>
          </a:p>
          <a:p>
            <a:pPr indent="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버그 수정</a:t>
            </a:r>
            <a:endParaRPr/>
          </a:p>
          <a:p>
            <a:pPr indent="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맵 추가 제작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 </a:t>
            </a:r>
            <a:br>
              <a:rPr lang="ko-KR"/>
            </a:br>
            <a:r>
              <a:rPr b="1" lang="ko-KR"/>
              <a:t> 2. 한 학기 개발 목표</a:t>
            </a:r>
            <a:endParaRPr b="1"/>
          </a:p>
          <a:p>
            <a:pPr indent="-10795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ko-KR"/>
              <a:t>아트 : 맵 1개 완성</a:t>
            </a:r>
            <a:endParaRPr/>
          </a:p>
          <a:p>
            <a:pPr indent="-10795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ko-KR"/>
              <a:t>프로그래밍: 러시안 룰렛 빌드 완성,카드 추가</a:t>
            </a:r>
            <a:endParaRPr/>
          </a:p>
          <a:p>
            <a:pPr indent="-10795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br>
              <a:rPr lang="ko-KR"/>
            </a:br>
            <a:r>
              <a:rPr b="1" lang="ko-KR"/>
              <a:t>3. 2주 개발 목표</a:t>
            </a:r>
            <a:endParaRPr b="1"/>
          </a:p>
          <a:p>
            <a:pPr indent="-97155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0000"/>
              <a:buChar char=" "/>
            </a:pPr>
            <a:r>
              <a:rPr lang="ko-KR"/>
              <a:t>아트 : 간단한 캐릭터와 주 배경(게임이 진행되는 맵)빌드 제작</a:t>
            </a:r>
            <a:endParaRPr/>
          </a:p>
          <a:p>
            <a:pPr indent="-97155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0000"/>
              <a:buChar char=" "/>
            </a:pPr>
            <a:r>
              <a:rPr lang="ko-KR"/>
              <a:t>프로그래밍 : 아이템(카드) 효과를 제외한 기본 러시안 룰렛 빌드 초기 제작</a:t>
            </a:r>
            <a:endParaRPr/>
          </a:p>
          <a:p>
            <a:pPr indent="-97155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0000"/>
              <a:buChar char=" "/>
            </a:pPr>
            <a:r>
              <a:rPr lang="ko-KR"/>
              <a:t>보드게임 형태로 제작 후 직접 체험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추억">
  <a:themeElements>
    <a:clrScheme name="추억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